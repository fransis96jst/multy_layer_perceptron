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03DAD-CF30-4C61-8DA3-64CF00EE987A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1653B-9128-4769-B2AC-1320EAF1A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199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03DAD-CF30-4C61-8DA3-64CF00EE987A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1653B-9128-4769-B2AC-1320EAF1A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611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03DAD-CF30-4C61-8DA3-64CF00EE987A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1653B-9128-4769-B2AC-1320EAF1A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234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03DAD-CF30-4C61-8DA3-64CF00EE987A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1653B-9128-4769-B2AC-1320EAF1A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354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03DAD-CF30-4C61-8DA3-64CF00EE987A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1653B-9128-4769-B2AC-1320EAF1A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298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03DAD-CF30-4C61-8DA3-64CF00EE987A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1653B-9128-4769-B2AC-1320EAF1A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597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03DAD-CF30-4C61-8DA3-64CF00EE987A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1653B-9128-4769-B2AC-1320EAF1A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880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03DAD-CF30-4C61-8DA3-64CF00EE987A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1653B-9128-4769-B2AC-1320EAF1A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23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03DAD-CF30-4C61-8DA3-64CF00EE987A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1653B-9128-4769-B2AC-1320EAF1A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691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03DAD-CF30-4C61-8DA3-64CF00EE987A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1653B-9128-4769-B2AC-1320EAF1A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745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03DAD-CF30-4C61-8DA3-64CF00EE987A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1653B-9128-4769-B2AC-1320EAF1A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19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903DAD-CF30-4C61-8DA3-64CF00EE987A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1653B-9128-4769-B2AC-1320EAF1A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783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Multi-Layer Perceptron (MLP)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872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Multi-Layer Perceptron (MLP)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23402"/>
            <a:ext cx="10515600" cy="4351338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 err="1" smtClean="0"/>
              <a:t>Adaline-Madaline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dirty="0" smtClean="0"/>
              <a:t>Multi-Layer Perceptron (Backpropagation)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11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Adaline-Madaline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8764"/>
            <a:ext cx="10515600" cy="496203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70000"/>
              </a:lnSpc>
            </a:pPr>
            <a:r>
              <a:rPr lang="en-US" dirty="0" smtClean="0"/>
              <a:t>Model ADALINE</a:t>
            </a:r>
          </a:p>
          <a:p>
            <a:pPr lvl="1">
              <a:lnSpc>
                <a:spcPct val="170000"/>
              </a:lnSpc>
            </a:pPr>
            <a:r>
              <a:rPr lang="en-US" dirty="0" smtClean="0"/>
              <a:t>ADALINE = Adaptive Linear Neuron</a:t>
            </a:r>
          </a:p>
          <a:p>
            <a:pPr>
              <a:lnSpc>
                <a:spcPct val="170000"/>
              </a:lnSpc>
            </a:pPr>
            <a:r>
              <a:rPr lang="en-US" dirty="0" err="1" smtClean="0"/>
              <a:t>Diperkenalkan</a:t>
            </a:r>
            <a:r>
              <a:rPr lang="en-US" dirty="0" smtClean="0"/>
              <a:t> </a:t>
            </a:r>
            <a:r>
              <a:rPr lang="en-US" dirty="0" err="1" smtClean="0"/>
              <a:t>oleh</a:t>
            </a:r>
            <a:r>
              <a:rPr lang="en-US" dirty="0" smtClean="0"/>
              <a:t> </a:t>
            </a:r>
            <a:r>
              <a:rPr lang="en-US" dirty="0" err="1" smtClean="0"/>
              <a:t>Widrow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Hoff (1960).</a:t>
            </a:r>
          </a:p>
          <a:p>
            <a:pPr>
              <a:lnSpc>
                <a:spcPct val="170000"/>
              </a:lnSpc>
            </a:pPr>
            <a:r>
              <a:rPr lang="en-US" dirty="0" err="1" smtClean="0"/>
              <a:t>Arsitektur</a:t>
            </a:r>
            <a:r>
              <a:rPr lang="en-US" dirty="0" smtClean="0"/>
              <a:t> </a:t>
            </a:r>
            <a:r>
              <a:rPr lang="en-US" dirty="0" err="1" smtClean="0"/>
              <a:t>menyerupai</a:t>
            </a:r>
            <a:r>
              <a:rPr lang="en-US" dirty="0" smtClean="0"/>
              <a:t> perceptron:</a:t>
            </a:r>
          </a:p>
          <a:p>
            <a:pPr>
              <a:lnSpc>
                <a:spcPct val="170000"/>
              </a:lnSpc>
            </a:pPr>
            <a:r>
              <a:rPr lang="en-US" dirty="0" smtClean="0"/>
              <a:t>Neuron </a:t>
            </a:r>
            <a:r>
              <a:rPr lang="en-US" dirty="0" err="1" smtClean="0"/>
              <a:t>masukan</a:t>
            </a:r>
            <a:r>
              <a:rPr lang="en-US" dirty="0" smtClean="0"/>
              <a:t> </a:t>
            </a:r>
            <a:r>
              <a:rPr lang="en-US" dirty="0" err="1" smtClean="0"/>
              <a:t>dihubungkan</a:t>
            </a:r>
            <a:r>
              <a:rPr lang="en-US" dirty="0" smtClean="0"/>
              <a:t> </a:t>
            </a:r>
            <a:r>
              <a:rPr lang="en-US" dirty="0" err="1" smtClean="0"/>
              <a:t>langsung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sebuah</a:t>
            </a:r>
            <a:r>
              <a:rPr lang="en-US" dirty="0" smtClean="0"/>
              <a:t> </a:t>
            </a:r>
            <a:r>
              <a:rPr lang="en-US" dirty="0" err="1" smtClean="0"/>
              <a:t>keluaran</a:t>
            </a:r>
            <a:r>
              <a:rPr lang="en-US" dirty="0" smtClean="0"/>
              <a:t>. </a:t>
            </a:r>
          </a:p>
          <a:p>
            <a:pPr>
              <a:lnSpc>
                <a:spcPct val="170000"/>
              </a:lnSpc>
            </a:pPr>
            <a:r>
              <a:rPr lang="en-US" dirty="0" err="1" smtClean="0"/>
              <a:t>Terdapat</a:t>
            </a:r>
            <a:r>
              <a:rPr lang="en-US" dirty="0" smtClean="0"/>
              <a:t> </a:t>
            </a:r>
            <a:r>
              <a:rPr lang="en-US" dirty="0" err="1" smtClean="0"/>
              <a:t>pengembangan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modifikasi</a:t>
            </a:r>
            <a:r>
              <a:rPr lang="en-US" dirty="0" smtClean="0"/>
              <a:t> </a:t>
            </a:r>
            <a:r>
              <a:rPr lang="en-US" dirty="0" err="1" smtClean="0"/>
              <a:t>bobot</a:t>
            </a:r>
            <a:r>
              <a:rPr lang="en-US" dirty="0" smtClean="0"/>
              <a:t>:</a:t>
            </a:r>
          </a:p>
          <a:p>
            <a:pPr lvl="1">
              <a:lnSpc>
                <a:spcPct val="170000"/>
              </a:lnSpc>
            </a:pPr>
            <a:r>
              <a:rPr lang="en-US" dirty="0" err="1" smtClean="0"/>
              <a:t>Bobot</a:t>
            </a:r>
            <a:r>
              <a:rPr lang="en-US" dirty="0" smtClean="0"/>
              <a:t> </a:t>
            </a:r>
            <a:r>
              <a:rPr lang="en-US" dirty="0" err="1" smtClean="0"/>
              <a:t>dimodifikasi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aturan</a:t>
            </a:r>
            <a:r>
              <a:rPr lang="en-US" dirty="0" smtClean="0"/>
              <a:t> delta (least mean square).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503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Arsitektur</a:t>
            </a:r>
            <a:r>
              <a:rPr lang="en-US" dirty="0" smtClean="0"/>
              <a:t> </a:t>
            </a:r>
            <a:r>
              <a:rPr lang="en-US" dirty="0" err="1" smtClean="0"/>
              <a:t>Jaringan</a:t>
            </a:r>
            <a:r>
              <a:rPr lang="en-US" dirty="0" smtClean="0"/>
              <a:t> ADALINE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931" y="1426404"/>
            <a:ext cx="9472246" cy="508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651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Modifikasi</a:t>
            </a:r>
            <a:r>
              <a:rPr lang="en-US" dirty="0" smtClean="0"/>
              <a:t> </a:t>
            </a:r>
            <a:r>
              <a:rPr lang="en-US" dirty="0" err="1" smtClean="0"/>
              <a:t>bobot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462319"/>
            <a:ext cx="7672754" cy="508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48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Tahap</a:t>
            </a:r>
            <a:r>
              <a:rPr lang="en-US" dirty="0" smtClean="0"/>
              <a:t> </a:t>
            </a:r>
            <a:r>
              <a:rPr lang="en-US" dirty="0" err="1" smtClean="0"/>
              <a:t>Pelatihan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066" y="1345626"/>
            <a:ext cx="7832450" cy="5310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618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Tahap</a:t>
            </a:r>
            <a:r>
              <a:rPr lang="en-US" dirty="0" smtClean="0"/>
              <a:t> </a:t>
            </a:r>
            <a:r>
              <a:rPr lang="en-US" dirty="0" err="1" smtClean="0"/>
              <a:t>Pengenalan</a:t>
            </a:r>
            <a:r>
              <a:rPr lang="en-US" dirty="0" smtClean="0"/>
              <a:t> </a:t>
            </a:r>
            <a:r>
              <a:rPr lang="en-US" dirty="0" err="1" smtClean="0"/>
              <a:t>Pola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74" y="1493607"/>
            <a:ext cx="8712696" cy="504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763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Contoh</a:t>
            </a:r>
            <a:r>
              <a:rPr lang="en-US" dirty="0" smtClean="0"/>
              <a:t> 1 : </a:t>
            </a:r>
            <a:r>
              <a:rPr lang="en-US" dirty="0" err="1" smtClean="0"/>
              <a:t>Fungsi</a:t>
            </a:r>
            <a:r>
              <a:rPr lang="en-US" dirty="0" smtClean="0"/>
              <a:t> </a:t>
            </a:r>
            <a:r>
              <a:rPr lang="en-US" dirty="0" err="1" smtClean="0"/>
              <a:t>Logika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24130"/>
            <a:ext cx="7804638" cy="4194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858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Representasi</a:t>
            </a:r>
            <a:r>
              <a:rPr lang="en-US" dirty="0" smtClean="0"/>
              <a:t> </a:t>
            </a:r>
            <a:r>
              <a:rPr lang="en-US" dirty="0" err="1" smtClean="0"/>
              <a:t>Kasus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909" y="1443135"/>
            <a:ext cx="8868268" cy="488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516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Tahap</a:t>
            </a:r>
            <a:r>
              <a:rPr lang="en-US" dirty="0" smtClean="0"/>
              <a:t> </a:t>
            </a:r>
            <a:r>
              <a:rPr lang="en-US" dirty="0" err="1" smtClean="0"/>
              <a:t>Pelatihan</a:t>
            </a:r>
            <a:r>
              <a:rPr lang="en-US" dirty="0" smtClean="0"/>
              <a:t> (Epoch </a:t>
            </a:r>
            <a:r>
              <a:rPr lang="en-US" dirty="0" err="1" smtClean="0"/>
              <a:t>Pertama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1338996"/>
            <a:ext cx="10029092" cy="5325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976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Tahap</a:t>
            </a:r>
            <a:r>
              <a:rPr lang="en-US" dirty="0" smtClean="0"/>
              <a:t> </a:t>
            </a:r>
            <a:r>
              <a:rPr lang="en-US" dirty="0" err="1" smtClean="0"/>
              <a:t>Pelatihan</a:t>
            </a:r>
            <a:r>
              <a:rPr lang="en-US" dirty="0" smtClean="0"/>
              <a:t> (Epoch </a:t>
            </a:r>
            <a:r>
              <a:rPr lang="en-US" dirty="0" err="1" smtClean="0"/>
              <a:t>Kedua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174" y="1446231"/>
            <a:ext cx="10062172" cy="5077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42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Tahap</a:t>
            </a:r>
            <a:r>
              <a:rPr lang="en-US" dirty="0" smtClean="0"/>
              <a:t> </a:t>
            </a:r>
            <a:r>
              <a:rPr lang="en-US" dirty="0" err="1" smtClean="0"/>
              <a:t>Pengenalan</a:t>
            </a:r>
            <a:r>
              <a:rPr lang="en-US" dirty="0" smtClean="0"/>
              <a:t> </a:t>
            </a:r>
            <a:r>
              <a:rPr lang="en-US" dirty="0" err="1" smtClean="0"/>
              <a:t>Pola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946" y="1469528"/>
            <a:ext cx="10141907" cy="511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034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Pengaruh</a:t>
            </a:r>
            <a:r>
              <a:rPr lang="en-US" dirty="0" smtClean="0"/>
              <a:t> </a:t>
            </a:r>
            <a:r>
              <a:rPr lang="en-US" dirty="0" err="1" smtClean="0"/>
              <a:t>Perubahan</a:t>
            </a:r>
            <a:r>
              <a:rPr lang="en-US" dirty="0" smtClean="0"/>
              <a:t> </a:t>
            </a:r>
            <a:r>
              <a:rPr lang="el-GR" dirty="0" smtClean="0"/>
              <a:t>α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491" y="1396588"/>
            <a:ext cx="10734847" cy="533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067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MADALINE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461" y="1690688"/>
            <a:ext cx="9037524" cy="446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9085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3515" y="264233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smtClean="0"/>
              <a:t>Next : </a:t>
            </a:r>
            <a:br>
              <a:rPr lang="en-US" dirty="0" smtClean="0"/>
            </a:br>
            <a:r>
              <a:rPr lang="en-US" dirty="0" smtClean="0"/>
              <a:t>Multi-Layer Perceptron (Backpropagation)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727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98</Words>
  <Application>Microsoft Office PowerPoint</Application>
  <PresentationFormat>Widescreen</PresentationFormat>
  <Paragraphs>24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Multi-Layer Perceptron (MLP) </vt:lpstr>
      <vt:lpstr>Multi-Layer Perceptron (MLP) </vt:lpstr>
      <vt:lpstr>Adaline-Madaline </vt:lpstr>
      <vt:lpstr>Arsitektur Jaringan ADALINE</vt:lpstr>
      <vt:lpstr>Modifikasi bobot</vt:lpstr>
      <vt:lpstr>Tahap Pelatihan</vt:lpstr>
      <vt:lpstr>Tahap Pengenalan Pola</vt:lpstr>
      <vt:lpstr>Contoh 1 : Fungsi Logika</vt:lpstr>
      <vt:lpstr>Representasi Kasus</vt:lpstr>
      <vt:lpstr>Tahap Pelatihan (Epoch Pertama)</vt:lpstr>
      <vt:lpstr>Tahap Pelatihan (Epoch Kedua)</vt:lpstr>
      <vt:lpstr>Tahap Pengenalan Pola</vt:lpstr>
      <vt:lpstr>Pengaruh Perubahan α</vt:lpstr>
      <vt:lpstr>MADALINE</vt:lpstr>
      <vt:lpstr>Next :  Multi-Layer Perceptron (Backpropagation)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Multi-Layer Perceptron (MLP)</dc:title>
  <dc:creator>IT-FH-UII</dc:creator>
  <cp:lastModifiedBy>IT-FH-UII</cp:lastModifiedBy>
  <cp:revision>2</cp:revision>
  <dcterms:created xsi:type="dcterms:W3CDTF">2025-11-23T13:23:25Z</dcterms:created>
  <dcterms:modified xsi:type="dcterms:W3CDTF">2025-11-23T13:30:10Z</dcterms:modified>
</cp:coreProperties>
</file>